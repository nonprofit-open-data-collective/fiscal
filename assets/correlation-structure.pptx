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57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1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4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714EB-96AA-F32A-60B4-C19FA9B1E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ABC66-8F06-EF8F-7FC7-4CE8CE802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A8A3F-F31E-0DF5-9666-335601FBF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003EF-C5B4-D5E1-6C5B-79B11AF6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3DEEA-99A0-78C0-8C96-77DE31B3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A339-A4F6-841C-1352-175F2FA4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C5D02-AFAC-7BDD-B137-3DA408E58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7A5F6-4072-F16B-BB16-438F4E23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8DAE6-09C9-8B43-686A-31C8EB726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A5E3A-D203-33C4-B4DB-CE30E42B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6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E988-101D-2E03-7209-BC650C3C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D9B7B-E9F6-8611-3008-67A6C61BE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26EC2-7804-4B87-6EF6-4DF5E1C8C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EA566-E9E8-ABBE-AD51-E716516BE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3BD60-DC67-31F3-7BA3-451EDA839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2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D863-6830-AC6D-7EF1-B300F430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8F69E-1DDC-5C82-FC49-A4457D441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96B86-5F5D-2AAB-DDFA-CA394D609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80609-2ADB-9E90-2507-697B7C91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452BD-45B4-F3D9-FF60-2F16C2AD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18D80-3C51-9C42-5798-3C4258E8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0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B68BF-7741-C254-8445-C58AD9521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93585-4D84-1DC5-D0E5-BC5017236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F4766-66C5-588C-EF1D-73BE6E1C2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31A1C-A0C5-870E-F68A-5D4771192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BAEB80-4F35-454F-1F9D-E97458C9E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4672B8-ADC1-7021-46B5-4B0BE934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5E301F-0069-7A2D-1068-6A0077FD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F70AC4-DD02-C115-A3DF-30218AE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6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6C33-75D6-6380-177C-32ADB1C74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80A00-0C44-E93A-60D4-2FFE79659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1387A-D9EF-12AE-2042-F091F89CD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321DB-1931-8BA5-666F-62797DB0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3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8E8D9-B40E-4249-07D8-44C7E9FA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2C1FA-D32B-7B22-F773-E0A450DF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3F2EC-B90F-16E7-C2F6-41C3B500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12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4721-AB9E-DCED-C304-FF9CAAC51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A10FB-4CC1-1101-122E-4C3CE8DCE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3CF26-128E-3E2F-0B36-2C5A66E6C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27D98-A10F-B649-51C5-F22DBCD25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E0F4D-55F6-E14E-4990-3EC648A4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3A316-214D-8FBC-9B1D-FB05F582A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6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937A1-AB8E-D7E2-1E22-B8202885F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4C889-FE9E-06D7-375B-82007E200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56C74-2725-B71B-0C81-0BAC0F9F7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6D20A-5741-CED1-C3E4-50B0C5AE3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CEEDF-1F9B-0937-98BB-A9002272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AC6F2-0EEF-4349-3F2E-489839A3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2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03C1-2ADB-2BD7-E6FC-30CBD7758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42783-B5C5-00ED-D63D-D142DC0DC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EB740-153A-367C-6ED1-6F525624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F1829-12A0-280E-2FFD-9755FE70C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02E0-FCDF-0B32-05AE-0E8BB246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8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69EAC-AA3C-4AFF-4349-73D2F8C42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4BD4C-9C7B-843E-8732-7294B2257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06F4D-81CE-C342-7609-25BBEEBE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0B5DB-3518-F2FB-3A43-E41693DD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D68A6-B19A-1B42-8413-F794EF42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1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F93031-FA42-1452-DBD2-099DD5466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D83F9-CFD2-3273-1FA8-5DEEE989A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61D58-8C8C-290E-FE29-6E07D870F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18AF2-F25A-43A3-B532-25844BED0EF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91E36-B165-9F8E-3EA4-829A60038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CAEE3-1B99-D70A-677D-8070B4D1D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D0728-E4B1-413D-BCC6-01AEDEFF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1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B198-9172-7B13-9466-3B97B491C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C9D4D-51D8-EAF4-5F5E-F087296AE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9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13BA62-856B-4A60-7D7D-B1BA5A84D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97"/>
            <a:ext cx="12192000" cy="654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36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B6093B-9429-6229-5F2C-6918AB43A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6" y="0"/>
            <a:ext cx="10235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39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0D568D-B64E-9B40-0CDB-E6133034E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97"/>
            <a:ext cx="12192000" cy="654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2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62650F-4596-B85D-D6F7-D8D55061D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97"/>
            <a:ext cx="12192000" cy="654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1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BC81F-051D-A4F1-052D-6855388B1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6" y="0"/>
            <a:ext cx="10235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45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BBF31C-94B5-CCA9-3C21-7298019D2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29" y="0"/>
            <a:ext cx="113115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4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FFAA90-D84A-8528-39F5-560370170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85750"/>
            <a:ext cx="64008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66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Lecy</dc:creator>
  <cp:lastModifiedBy>Jesse Lecy</cp:lastModifiedBy>
  <cp:revision>1</cp:revision>
  <dcterms:created xsi:type="dcterms:W3CDTF">2026-03-23T21:17:37Z</dcterms:created>
  <dcterms:modified xsi:type="dcterms:W3CDTF">2026-03-24T11:26:59Z</dcterms:modified>
</cp:coreProperties>
</file>